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906000" cy="6858000" type="A4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48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E2001A"/>
    <a:srgbClr val="5C69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 autoAdjust="0"/>
    <p:restoredTop sz="94647" autoAdjust="0"/>
  </p:normalViewPr>
  <p:slideViewPr>
    <p:cSldViewPr>
      <p:cViewPr varScale="1">
        <p:scale>
          <a:sx n="122" d="100"/>
          <a:sy n="122" d="100"/>
        </p:scale>
        <p:origin x="2074" y="96"/>
      </p:cViewPr>
      <p:guideLst>
        <p:guide orient="horz" pos="1536"/>
        <p:guide pos="48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5DA3C55-2E8A-4922-89DF-FB02315E72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740C0C3-C0FB-48B2-A436-EE1BFBE37D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0B39AEC2-5BC9-4E8D-BCBD-C4C42FCFCBB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91F11247-5494-4124-ABA6-82C7E63FA1B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31B9FC2-BBEF-4168-B3EB-5FEC4A396F5E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CEAF206-E4BB-481C-A752-06667BB26A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0E58B8A-988A-47C2-A064-4DF422D57BF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1D0617C-DC7A-0E5A-6050-B538FDC565C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AC2EBF3-05B8-4848-9C43-4147765D460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C924202-3427-405F-852F-D8BE4F726E5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19A8D19-28AF-4B19-98EE-DAA06AACF1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E9F5674-5BEA-4773-B1AD-D8198C18B6B0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3" descr="Streifen_Titelmaster">
            <a:extLst>
              <a:ext uri="{FF2B5EF4-FFF2-40B4-BE49-F238E27FC236}">
                <a16:creationId xmlns:a16="http://schemas.microsoft.com/office/drawing/2014/main" id="{1C61EA86-485E-459F-30BB-84980F0288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00600"/>
            <a:ext cx="9906000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4">
            <a:extLst>
              <a:ext uri="{FF2B5EF4-FFF2-40B4-BE49-F238E27FC236}">
                <a16:creationId xmlns:a16="http://schemas.microsoft.com/office/drawing/2014/main" id="{FE92D0E6-E667-D1D9-95AD-33A7C88DF1D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434013"/>
            <a:ext cx="9906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7367" tIns="33683" rIns="67367" bIns="33683">
            <a:spAutoFit/>
          </a:bodyPr>
          <a:lstStyle>
            <a:lvl1pPr defTabSz="673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673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673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673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673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6731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6731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6731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6731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de-DE" altLang="de-DE" sz="2000" b="1">
                <a:solidFill>
                  <a:schemeClr val="bg1"/>
                </a:solidFill>
              </a:rPr>
              <a:t>www.dhbw-stuttgart.de </a:t>
            </a:r>
          </a:p>
        </p:txBody>
      </p:sp>
      <p:pic>
        <p:nvPicPr>
          <p:cNvPr id="4" name="Picture 32" descr="DHBW_d_Stuttgart_Folienmaster_RGB_090615">
            <a:extLst>
              <a:ext uri="{FF2B5EF4-FFF2-40B4-BE49-F238E27FC236}">
                <a16:creationId xmlns:a16="http://schemas.microsoft.com/office/drawing/2014/main" id="{558FD44F-7B4D-1A63-4E53-0227CCB67C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49250"/>
            <a:ext cx="4519613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32" name="Rectangle 40"/>
          <p:cNvSpPr>
            <a:spLocks noGrp="1" noChangeArrowheads="1"/>
          </p:cNvSpPr>
          <p:nvPr>
            <p:ph type="subTitle" idx="1"/>
          </p:nvPr>
        </p:nvSpPr>
        <p:spPr>
          <a:xfrm>
            <a:off x="2141538" y="3716338"/>
            <a:ext cx="7243762" cy="1008062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0" indent="0" defTabSz="914400">
              <a:defRPr sz="1500"/>
            </a:lvl1pPr>
          </a:lstStyle>
          <a:p>
            <a:pPr lvl="0"/>
            <a:r>
              <a:rPr lang="de-DE" noProof="0"/>
              <a:t>Veranstaltung | Datum |</a:t>
            </a:r>
          </a:p>
          <a:p>
            <a:pPr lvl="0"/>
            <a:r>
              <a:rPr lang="de-DE" noProof="0"/>
              <a:t>REDNER | Funktion |</a:t>
            </a:r>
          </a:p>
        </p:txBody>
      </p:sp>
      <p:sp>
        <p:nvSpPr>
          <p:cNvPr id="8231" name="Rectangle 39"/>
          <p:cNvSpPr>
            <a:spLocks noGrp="1" noChangeArrowheads="1"/>
          </p:cNvSpPr>
          <p:nvPr>
            <p:ph type="ctrTitle"/>
          </p:nvPr>
        </p:nvSpPr>
        <p:spPr>
          <a:xfrm>
            <a:off x="973138" y="2133600"/>
            <a:ext cx="8420100" cy="1470025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sz="4000">
                <a:solidFill>
                  <a:srgbClr val="5C6971"/>
                </a:solidFill>
              </a:defRPr>
            </a:lvl1pPr>
          </a:lstStyle>
          <a:p>
            <a:pPr lv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3926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2C96EF-69CB-D192-C7FB-2BF987D884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859E71-9260-4EFD-BFD4-32397C430FCA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0434BB3-20A9-504D-AA49-B5815CF857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CF396258-B08E-4D22-B128-1C30145AAF9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53828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FF8174-8620-D5B3-5FE2-0DD055E8A0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558AD7-D868-42B4-8BEF-4F37899AEFF6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63853C8-749D-FC50-8991-5CA05360B5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D9063F3B-AD8E-4764-A563-D9D0C1DB2DF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0601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62000" y="2438400"/>
            <a:ext cx="41910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105400" y="2438400"/>
            <a:ext cx="41910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990F1-525F-6184-D424-E8FC0C0477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C25B84-7581-4160-94B3-5059F3151421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78A910-E6B4-5EE3-CD4A-D5881A122CA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18996403-C78E-4240-96C0-9FE4E2BBC280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7582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9F33627-ED24-CADC-AAED-CF9E23F6FE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7CFEC-39A5-4998-914C-751DAB81CA6F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9BC0474-6326-56AF-3831-3B00B5DAA45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8E5C0438-0192-40CA-8B7D-51564879CF0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85253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A0FC13A-D926-58BF-8438-2C910E7F02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018033-C2E9-41B6-9B40-92DE33179991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8A8B49-FAD8-7E8E-E06A-54FDE09A03B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AC625667-4CC2-40C0-A0ED-B2639346FF3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4961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D987042-EE93-8D9D-453A-DAB552057D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2F3FD-017C-4181-A0DD-C088FD00096D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6728F94-1B37-B567-9AD1-A76C6FE6FF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CBA0FFFC-7B27-4480-AA19-4693E3EE74B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3917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4BE62C-F107-AFC7-3513-113F303984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F3A469-36D1-4A03-B046-A2E792192850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B9716E-AA80-85AB-7FF1-4ECC94FEE6A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772402E5-3F05-411D-A6AD-78342F02F698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0581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04528" y="1053953"/>
            <a:ext cx="4392488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313040" y="1052736"/>
            <a:ext cx="3999384" cy="2376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04528" y="1620690"/>
            <a:ext cx="4392488" cy="432858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E2E31-8FD8-D422-F24B-A84D41D459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21A476-C850-4A89-86E5-11AC0C5374CA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B0880C-0CCE-7171-B9B9-B792C85836C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F885FE49-8C2A-436C-9B8C-7F56F240A0DE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8488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136459-8599-1549-8F9C-8DA08C8C34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151FD-441D-4235-9907-C406F9D9A086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466A979-3871-1E86-B6A6-6EEA733E90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660F6BE8-9B8A-42AB-9D8C-B2C825D4F32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8312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62800" y="1447800"/>
            <a:ext cx="2133600" cy="46482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762000" y="1447800"/>
            <a:ext cx="6248400" cy="46482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35EF69-0B39-5ECD-BFF9-B2171EE018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60EA1-1EFD-49C5-815F-5698815A7408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10D917F-63FD-178D-0424-C754A205D3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9AF27C68-7F65-4E5D-8702-74EC7651091D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390317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68E2C05-FC07-B3CC-E2A6-19D21F9E4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1447800"/>
            <a:ext cx="8534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3" tIns="45706" rIns="91413" bIns="45706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6B48BBD-5E44-44E8-850F-6D683BD6478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00925" y="412750"/>
            <a:ext cx="19716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 algn="r" defTabSz="912813" eaLnBrk="0" hangingPunct="0">
              <a:spcBef>
                <a:spcPct val="0"/>
              </a:spcBef>
              <a:defRPr sz="1200">
                <a:solidFill>
                  <a:srgbClr val="5C6971"/>
                </a:solidFill>
                <a:latin typeface="Arial" charset="0"/>
              </a:defRPr>
            </a:lvl1pPr>
          </a:lstStyle>
          <a:p>
            <a:pPr>
              <a:defRPr/>
            </a:pPr>
            <a:fld id="{9CC34A0D-EDE3-418F-ACD8-EA6816973303}" type="datetime1">
              <a:rPr lang="de-DE"/>
              <a:pPr>
                <a:defRPr/>
              </a:pPr>
              <a:t>02.05.2025</a:t>
            </a:fld>
            <a:endParaRPr lang="de-DE" sz="1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220051D-19A2-4158-A978-0D8DEB3E90C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297613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solidFill>
                  <a:srgbClr val="5C6971"/>
                </a:solidFill>
              </a:defRPr>
            </a:lvl1pPr>
          </a:lstStyle>
          <a:p>
            <a:r>
              <a:rPr lang="de-DE" altLang="de-DE"/>
              <a:t>Seite </a:t>
            </a:r>
            <a:fld id="{9CE81D4B-3B95-4822-8521-0D853001E430}" type="slidenum">
              <a:rPr lang="de-DE" altLang="de-DE"/>
              <a:pPr/>
              <a:t>‹Nr.›</a:t>
            </a:fld>
            <a:endParaRPr lang="de-DE" altLang="de-DE"/>
          </a:p>
        </p:txBody>
      </p:sp>
      <p:sp>
        <p:nvSpPr>
          <p:cNvPr id="1029" name="Line 17">
            <a:extLst>
              <a:ext uri="{FF2B5EF4-FFF2-40B4-BE49-F238E27FC236}">
                <a16:creationId xmlns:a16="http://schemas.microsoft.com/office/drawing/2014/main" id="{E6DF0713-79CB-CAE0-3CA8-8896C2534048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3886200" y="685800"/>
            <a:ext cx="5410200" cy="0"/>
          </a:xfrm>
          <a:prstGeom prst="line">
            <a:avLst/>
          </a:prstGeom>
          <a:noFill/>
          <a:ln w="3175">
            <a:solidFill>
              <a:srgbClr val="5C69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2" name="Line 23">
            <a:extLst>
              <a:ext uri="{FF2B5EF4-FFF2-40B4-BE49-F238E27FC236}">
                <a16:creationId xmlns:a16="http://schemas.microsoft.com/office/drawing/2014/main" id="{30B1FD3A-3CD7-EAA9-9BE0-2EEC19D55B4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6248400"/>
            <a:ext cx="8686800" cy="0"/>
          </a:xfrm>
          <a:prstGeom prst="line">
            <a:avLst/>
          </a:prstGeom>
          <a:noFill/>
          <a:ln w="3175">
            <a:solidFill>
              <a:srgbClr val="5C69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1031" name="Picture 50" descr="DHBW_d_Stuttgart_Folienmaster_RGB_090615">
            <a:extLst>
              <a:ext uri="{FF2B5EF4-FFF2-40B4-BE49-F238E27FC236}">
                <a16:creationId xmlns:a16="http://schemas.microsoft.com/office/drawing/2014/main" id="{5E0E07E7-6CAF-6458-EEE5-A9C0B5D861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38138"/>
            <a:ext cx="295433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 Box 54">
            <a:extLst>
              <a:ext uri="{FF2B5EF4-FFF2-40B4-BE49-F238E27FC236}">
                <a16:creationId xmlns:a16="http://schemas.microsoft.com/office/drawing/2014/main" id="{02178773-4EAC-455C-B0E6-39686782F7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329363" y="725488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>
              <a:defRPr/>
            </a:pPr>
            <a:r>
              <a:rPr lang="de-DE" sz="1200">
                <a:solidFill>
                  <a:srgbClr val="5C6971"/>
                </a:solidFill>
              </a:rPr>
              <a:t>Thema der Präsentation</a:t>
            </a:r>
          </a:p>
        </p:txBody>
      </p:sp>
      <p:sp>
        <p:nvSpPr>
          <p:cNvPr id="1033" name="Rectangle 56">
            <a:extLst>
              <a:ext uri="{FF2B5EF4-FFF2-40B4-BE49-F238E27FC236}">
                <a16:creationId xmlns:a16="http://schemas.microsoft.com/office/drawing/2014/main" id="{A7E9F71B-3D51-99E0-2832-6D9C9E553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2438400"/>
            <a:ext cx="85344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/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+mj-lt"/>
          <a:ea typeface="+mj-ea"/>
          <a:cs typeface="+mj-cs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5pPr>
      <a:lvl6pPr marL="457200" algn="l" defTabSz="912813" rtl="0" fontAlgn="base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6pPr>
      <a:lvl7pPr marL="914400" algn="l" defTabSz="912813" rtl="0" fontAlgn="base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7pPr>
      <a:lvl8pPr marL="1371600" algn="l" defTabSz="912813" rtl="0" fontAlgn="base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8pPr>
      <a:lvl9pPr marL="1828800" algn="l" defTabSz="912813" rtl="0" fontAlgn="base">
        <a:spcBef>
          <a:spcPct val="0"/>
        </a:spcBef>
        <a:spcAft>
          <a:spcPct val="0"/>
        </a:spcAft>
        <a:defRPr sz="2200">
          <a:solidFill>
            <a:srgbClr val="E2001A"/>
          </a:solidFill>
          <a:latin typeface="Arial" charset="0"/>
          <a:ea typeface="ＭＳ Ｐゴシック" pitchFamily="34" charset="-128"/>
        </a:defRPr>
      </a:lvl9pPr>
    </p:titleStyle>
    <p:bodyStyle>
      <a:lvl1pPr marL="342900" indent="-342900" algn="l" defTabSz="912813" rtl="0" eaLnBrk="0" fontAlgn="base" hangingPunct="0">
        <a:spcBef>
          <a:spcPct val="20000"/>
        </a:spcBef>
        <a:spcAft>
          <a:spcPct val="0"/>
        </a:spcAft>
        <a:defRPr>
          <a:solidFill>
            <a:srgbClr val="5C6971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2pPr>
      <a:lvl3pPr marL="1143000" indent="-230188" algn="l" defTabSz="912813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562100" indent="-228600" algn="l" defTabSz="912813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1981200" indent="-228600" algn="l" defTabSz="912813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438400" indent="-228600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895600" indent="-228600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352800" indent="-228600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10000" indent="-228600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Ein Überblick über die Datenbank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MongoDB Projektplan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3" name="Picture Placeholder 2" descr="slide_image_bbe1c36b-4b7a-47c7-90a3-494798c6f6a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5319" b="531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/>
          <a:p>
            <a:r>
              <a:t>Willkommen zum MongoDB Projektplan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Fundamentals of Document Databases</a:t>
            </a:r>
          </a:p>
        </p:txBody>
      </p:sp>
      <p:pic>
        <p:nvPicPr>
          <p:cNvPr id="3" name="Picture Placeholder 2" descr="slide_image_00b1d690-eaee-43e0-9855-91b1299715ca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5462" b="54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/>
          <a:p>
            <a:r>
              <a:t>Definition und Charakteristika von Dokument-Datenbanken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MongoDB</a:t>
            </a:r>
          </a:p>
        </p:txBody>
      </p:sp>
      <p:pic>
        <p:nvPicPr>
          <p:cNvPr id="3" name="Picture Placeholder 2" descr="slide_image_00b1d690-eaee-43e0-9855-91b1299715ca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5462" b="54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/>
          <a:p>
            <a:r>
              <a:t>Geschichte und Entwicklung von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and Configuration</a:t>
            </a:r>
          </a:p>
        </p:txBody>
      </p:sp>
      <p:pic>
        <p:nvPicPr>
          <p:cNvPr id="3" name="Picture Placeholder 2" descr="slide_image_0ed961db-d7d9-415a-8b10-1d74fdd1136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5319" b="531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/>
          <a:p>
            <a:r>
              <a:t>Systemvoraussetzungen und Basic-Setup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Operations in MongoDB</a:t>
            </a:r>
          </a:p>
        </p:txBody>
      </p:sp>
      <p:pic>
        <p:nvPicPr>
          <p:cNvPr id="3" name="Picture Placeholder 2" descr="slide_image_46afef04-3a7f-4b3a-ae93-c0a361b250bb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922" b="92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/>
          <a:p>
            <a:r>
              <a:t>CRUD-Operationen, Queries und Indexes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ere Präsentation">
  <a:themeElements>
    <a:clrScheme name="Leere Prä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ere Prä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A4-Papier (210 x 297 mm)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2" baseType="lpstr">
      <vt:lpstr>Arial</vt:lpstr>
      <vt:lpstr>Leere Präsentation</vt:lpstr>
    </vt:vector>
  </TitlesOfParts>
  <Company>Andreas Jung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Ziegler, Heike</dc:creator>
  <cp:lastModifiedBy>Basener, Kevin (415)</cp:lastModifiedBy>
  <cp:revision>100</cp:revision>
  <cp:lastPrinted>2009-06-16T07:45:26Z</cp:lastPrinted>
  <dcterms:modified xsi:type="dcterms:W3CDTF">2025-05-02T07:42:16Z</dcterms:modified>
</cp:coreProperties>
</file>